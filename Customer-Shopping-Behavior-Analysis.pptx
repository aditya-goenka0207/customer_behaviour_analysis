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ukta"/>
      <p:regular r:id="rId201314"/>
    </p:embeddedFont>
    <p:embeddedFont>
      <p:font typeface="Mukta Medium"/>
      <p:regular r:id="rId201315"/>
    </p:embeddedFont>
    <p:embeddedFont>
      <p:font typeface="Mukta Light"/>
      <p:regular r:id="rId201316"/>
    </p:embeddedFont>
    <p:embeddedFont>
      <p:font typeface="Mukta Bold"/>
      <p:regular r:id="rId201317"/>
    </p:embeddedFont>
    <p:embeddedFont>
      <p:font typeface="Prompt Bold"/>
      <p:regular r:id="rId201318"/>
    </p:embeddedFont>
    <p:embeddedFont>
      <p:font typeface="Prompt Light"/>
      <p:regular r:id="rId201319"/>
    </p:embeddedFont>
    <p:embeddedFont>
      <p:font typeface="Prompt"/>
      <p:regular r:id="rId201320"/>
    </p:embeddedFont>
    <p:embeddedFont>
      <p:font typeface="Prompt Medium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2374007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Shopping Behavior Analysis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3825577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Uncovering spending patterns, segments, and preferences across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guide strategic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2988"/>
            <a:ext cx="10751670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Dataset at a Glance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20012" y="1635423"/>
            <a:ext cx="52512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3,900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720012" y="2554387"/>
            <a:ext cx="52512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Purchases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20012" y="2955230"/>
            <a:ext cx="525121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Transactional records analyzed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20364" y="1635423"/>
            <a:ext cx="52513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18</a:t>
            </a:r>
            <a:endParaRPr lang="en-US" sz="5250" dirty="0"/>
          </a:p>
        </p:txBody>
      </p:sp>
      <p:sp>
        <p:nvSpPr>
          <p:cNvPr id="7" name="Text 5"/>
          <p:cNvSpPr/>
          <p:nvPr/>
        </p:nvSpPr>
        <p:spPr>
          <a:xfrm>
            <a:off x="6220364" y="2554387"/>
            <a:ext cx="52513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Columns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20364" y="2955230"/>
            <a:ext cx="525131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Demographics, purchases, behavior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20012" y="3776563"/>
            <a:ext cx="52512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37</a:t>
            </a:r>
            <a:endParaRPr lang="en-US" sz="5250" dirty="0"/>
          </a:p>
        </p:txBody>
      </p:sp>
      <p:sp>
        <p:nvSpPr>
          <p:cNvPr id="10" name="Text 8"/>
          <p:cNvSpPr/>
          <p:nvPr/>
        </p:nvSpPr>
        <p:spPr>
          <a:xfrm>
            <a:off x="720012" y="4695527"/>
            <a:ext cx="52512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Missing Values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20012" y="5096371"/>
            <a:ext cx="525121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 Review Rating column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20364" y="3776563"/>
            <a:ext cx="5251319" cy="66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$59.76</a:t>
            </a:r>
            <a:endParaRPr lang="en-US" sz="5250" dirty="0"/>
          </a:p>
        </p:txBody>
      </p:sp>
      <p:sp>
        <p:nvSpPr>
          <p:cNvPr id="13" name="Text 11"/>
          <p:cNvSpPr/>
          <p:nvPr/>
        </p:nvSpPr>
        <p:spPr>
          <a:xfrm>
            <a:off x="6220364" y="4695527"/>
            <a:ext cx="5251319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Avg Purchase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20364" y="5096371"/>
            <a:ext cx="525131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Average spend per order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0012" y="5642074"/>
            <a:ext cx="1075167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Features include age, gender, location, subscription status, item category, purchase amount, season, discount applied, shipping type, and review rating.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1295797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Preparation in Python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103" y="2182267"/>
            <a:ext cx="308563" cy="3085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88532" y="2175867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Clean &amp; Standardize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388532" y="2585045"/>
            <a:ext cx="551126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Imputed missing Review Ratings by category median; renamed columns to snake_case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103" y="3661321"/>
            <a:ext cx="308563" cy="3085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88532" y="3654921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388532" y="4064099"/>
            <a:ext cx="551126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columns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103" y="4830217"/>
            <a:ext cx="308563" cy="308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88532" y="4823817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Load to MySQL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388532" y="5232995"/>
            <a:ext cx="551126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Connected Python to MySQL for SQL analysis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Revenue by Gender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Male customers generate 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A95B9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2× more revenue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than female customers.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776041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Male: $157,890 · Female: $75,191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Top Products by Rating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Highest-rated items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Gloves lead at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3.86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avg rating. All top 5 products cluster tightly between 3.78–3.86.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Subscribers vs. Non-Subscribers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Non-subscribers drive 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A95B95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73%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of revenue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Subscribers spend slightly less on average ($59.49 vs $59.87), but represent only 27% of customers.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Segmentation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Loyal customers dominate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80%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of customers are classified as Loyal. Only 83 new customers in the dataset.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53115" y="3380085"/>
            <a:ext cx="5124917" cy="1131491"/>
          </a:xfrm>
          <a:prstGeom prst="roundRect">
            <a:avLst>
              <a:gd name="adj" fmla="val 7637"/>
            </a:avLst>
          </a:prstGeom>
          <a:solidFill>
            <a:srgbClr val="542C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91" y="3679428"/>
            <a:ext cx="2571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21634" y="3616623"/>
            <a:ext cx="425072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Repeat buyers with &gt;5 purchases: 958 subscribed vs 2,518 did not.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Revenue by Age Group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Young Adults lead in revenue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Young Adults contribute the most ($62,143), with revenue declining slightly across older groups.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1381720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Power BI Dashboard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5291898" y="2261791"/>
            <a:ext cx="2987005" cy="1833563"/>
          </a:xfrm>
          <a:prstGeom prst="roundRect">
            <a:avLst>
              <a:gd name="adj" fmla="val 4713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10273" y="2480171"/>
            <a:ext cx="25502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Metrics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10273" y="2889349"/>
            <a:ext cx="255025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3.9K customers · $59.76 avg purchase · 3.75 avg rating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4578" y="2261791"/>
            <a:ext cx="2987104" cy="1833563"/>
          </a:xfrm>
          <a:prstGeom prst="roundRect">
            <a:avLst>
              <a:gd name="adj" fmla="val 4713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02953" y="2480171"/>
            <a:ext cx="25503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Revenue by Category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702953" y="2889349"/>
            <a:ext cx="255035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Clothing $100K · Accessories $75K · Footwear $30K · Outerwear $15K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91898" y="4301034"/>
            <a:ext cx="6179784" cy="1175147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10273" y="4519414"/>
            <a:ext cx="57430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Filters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510273" y="4928592"/>
            <a:ext cx="574303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Subscription Status, Gender, Category, Shipping Type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82880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Business Recommendations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811760"/>
            <a:ext cx="514337" cy="514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1518" y="2811760"/>
            <a:ext cx="44757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Boost Subscriptions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91518" y="3220938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Promote exclusive subscriber benefits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432" y="2811760"/>
            <a:ext cx="514337" cy="514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5937" y="2811760"/>
            <a:ext cx="44757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Loyalty Programs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995937" y="3220938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Reward repeat buyers toward "Loyal" segment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3961606"/>
            <a:ext cx="514337" cy="5143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91518" y="3961606"/>
            <a:ext cx="44757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Review Discount Policy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491518" y="4370784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Balance sales lifts with margin control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4432" y="3961606"/>
            <a:ext cx="514337" cy="5143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95937" y="3961606"/>
            <a:ext cx="44757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Targeted Marketing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995937" y="4370784"/>
            <a:ext cx="447574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Focus on high-revenue age groups &amp; express-shipping users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2026-08-30T09:41:50Z</dcterms:created>
  <dcterms:modified xsi:type="dcterms:W3CDTF">2026-08-30T09:41:50Z</dcterms:modified>
</cp:coreProperties>
</file>